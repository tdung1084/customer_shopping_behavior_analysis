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Sans Bold"/>
      <p:regular r:id="rId201314"/>
    </p:embeddedFont>
    <p:embeddedFont>
      <p:font typeface="Funnel Sans ExtraBold"/>
      <p:regular r:id="rId201315"/>
    </p:embeddedFont>
    <p:embeddedFont>
      <p:font typeface="Funnel Sans Light"/>
      <p:regular r:id="rId201316"/>
    </p:embeddedFont>
    <p:embeddedFont>
      <p:font typeface="Funnel Sans"/>
      <p:regular r:id="rId201317"/>
    </p:embeddedFont>
    <p:embeddedFont>
      <p:font typeface="Funnel Sans Medium"/>
      <p:regular r:id="rId201318"/>
    </p:embeddedFont>
    <p:embeddedFont>
      <p:font typeface="Funnel Sans SemiBold"/>
      <p:regular r:id="rId201319"/>
    </p:embeddedFont>
    <p:embeddedFont>
      <p:font typeface="Mona Sans Bold"/>
      <p:regular r:id="rId201320"/>
    </p:embeddedFont>
    <p:embeddedFont>
      <p:font typeface="Mona Sans ExtraBold"/>
      <p:regular r:id="rId201321"/>
    </p:embeddedFont>
    <p:embeddedFont>
      <p:font typeface="Mona Sans Black"/>
      <p:regular r:id="rId201322"/>
    </p:embeddedFont>
    <p:embeddedFont>
      <p:font typeface="Mona Sans ExtraLight"/>
      <p:regular r:id="rId201323"/>
    </p:embeddedFont>
    <p:embeddedFont>
      <p:font typeface="Mona Sans Light"/>
      <p:regular r:id="rId201324"/>
    </p:embeddedFont>
    <p:embeddedFont>
      <p:font typeface="Mona Sans"/>
      <p:regular r:id="rId201325"/>
    </p:embeddedFont>
    <p:embeddedFont>
      <p:font typeface="Mona Sans Medium"/>
      <p:regular r:id="rId201326"/>
    </p:embeddedFont>
    <p:embeddedFont>
      <p:font typeface="Mona Sans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svg"/><Relationship Id="rId4" Type="http://schemas.openxmlformats.org/officeDocument/2006/relationships/image" Target="../media/image-6-4.jpg"/><Relationship Id="rId5" Type="http://schemas.openxmlformats.org/officeDocument/2006/relationships/image" Target="../media/image-6-5.svg"/><Relationship Id="rId6" Type="http://schemas.openxmlformats.org/officeDocument/2006/relationships/image" Target="../media/image-6-6.jp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svg"/><Relationship Id="rId3" Type="http://schemas.openxmlformats.org/officeDocument/2006/relationships/image" Target="../media/image-10-3.jpg"/><Relationship Id="rId4" Type="http://schemas.openxmlformats.org/officeDocument/2006/relationships/image" Target="../media/image-10-4.svg"/><Relationship Id="rId5" Type="http://schemas.openxmlformats.org/officeDocument/2006/relationships/image" Target="../media/image-10-5.jpg"/><Relationship Id="rId6" Type="http://schemas.openxmlformats.org/officeDocument/2006/relationships/image" Target="../media/image-10-6.svg"/><Relationship Id="rId7" Type="http://schemas.openxmlformats.org/officeDocument/2006/relationships/image" Target="../media/image-10-7.jpg"/><Relationship Id="rId8" Type="http://schemas.openxmlformats.org/officeDocument/2006/relationships/image" Target="../media/image-10-8.svg"/><Relationship Id="rId9" Type="http://schemas.openxmlformats.org/officeDocument/2006/relationships/image" Target="../media/image-10-9.jp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Uncovering spending patterns, customer segments, and product preferences from 3,900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426244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at a Glance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971104"/>
            <a:ext cx="2379018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3,900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1428750" y="143485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Purchases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2417" y="971104"/>
            <a:ext cx="2379018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18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3907408" y="143485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Columns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61075" y="971104"/>
            <a:ext cx="2379092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37</a:t>
            </a:r>
            <a:endParaRPr lang="en-US" sz="2750" dirty="0"/>
          </a:p>
        </p:txBody>
      </p:sp>
      <p:sp>
        <p:nvSpPr>
          <p:cNvPr id="8" name="Text 6"/>
          <p:cNvSpPr/>
          <p:nvPr/>
        </p:nvSpPr>
        <p:spPr>
          <a:xfrm>
            <a:off x="6386066" y="143485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61075" y="1648718"/>
            <a:ext cx="23790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Rating only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976884"/>
            <a:ext cx="4677817" cy="26507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45746" y="273084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45746" y="2976637"/>
            <a:ext cx="2399109" cy="948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Demographics: Age, Gender, Location, Subscription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Purchases: Category, Amount, Season, Size, Color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Behavior: Discount, Frequency, Review Rating, Shipping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7034"/>
            <a:ext cx="4614490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Preparation in Python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25119" y="1000199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200448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29212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Load &amp; Explore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1556817"/>
            <a:ext cx="47227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Imported via pandas;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&amp;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25119" y="1954857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25119" y="2155106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24678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Clean Missing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25119" y="2511475"/>
            <a:ext cx="47227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Imputed Review Rating using median per category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25119" y="2909515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109764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20144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25119" y="3466133"/>
            <a:ext cx="47227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Created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bins &amp;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25119" y="3864173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25119" y="4064422"/>
            <a:ext cx="4722763" cy="1428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8" name="Text 15"/>
          <p:cNvSpPr/>
          <p:nvPr/>
        </p:nvSpPr>
        <p:spPr>
          <a:xfrm>
            <a:off x="3925119" y="4156100"/>
            <a:ext cx="162684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925119" y="4420791"/>
            <a:ext cx="47227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Loaded cleaned DataFrame into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38474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747962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Compared total revenue generated by male vs. female customers to identify which segment drives more spend.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3684" y="434132"/>
            <a:ext cx="3557885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Top Products &amp; Discount Behavior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1973684" y="1544166"/>
            <a:ext cx="1587103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Top 5 Products by Rating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73684" y="1701775"/>
            <a:ext cx="1699394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Found products with the highest average review ratings.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1495" y="774353"/>
            <a:ext cx="3313509" cy="1877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73684" y="3556620"/>
            <a:ext cx="1852687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High-Spending Discount Users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973684" y="3714229"/>
            <a:ext cx="1699394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Identified customers who used discounts but still spent above the average purchase amount.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495" y="2786807"/>
            <a:ext cx="3313509" cy="1877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3663"/>
            <a:ext cx="5504185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Shipping &amp; Subscription Analysis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5421" y="1183332"/>
            <a:ext cx="2667149" cy="9725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3064" y="132382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Shipping Type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83064" y="1633538"/>
            <a:ext cx="23290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Compared average purchase amounts between Standard and Express shipping.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5421" y="2268364"/>
            <a:ext cx="2667149" cy="11698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3064" y="2408858"/>
            <a:ext cx="2329011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Subscribers vs. Non-Subscribers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83064" y="2915841"/>
            <a:ext cx="23290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Compared average spend and total revenue across subscription status.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5421" y="3550667"/>
            <a:ext cx="2667149" cy="972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3064" y="3691161"/>
            <a:ext cx="231688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Discount-Dependent Products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183064" y="4000872"/>
            <a:ext cx="23290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Identified 5 products with the highest percentage of discounted purchases.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6822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49609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Three Segments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24339" y="1877020"/>
            <a:ext cx="2628230" cy="514499"/>
          </a:xfrm>
          <a:prstGeom prst="roundRect">
            <a:avLst>
              <a:gd name="adj" fmla="val 11573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0861" y="20235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New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24339" y="2533278"/>
            <a:ext cx="2628230" cy="514499"/>
          </a:xfrm>
          <a:prstGeom prst="roundRect">
            <a:avLst>
              <a:gd name="adj" fmla="val 11573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0861" y="26797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24339" y="3189536"/>
            <a:ext cx="2628230" cy="514499"/>
          </a:xfrm>
          <a:prstGeom prst="roundRect">
            <a:avLst>
              <a:gd name="adj" fmla="val 11573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0861" y="33360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24339" y="3863504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Classified customers based on purchase history.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389855"/>
            <a:ext cx="2522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Category &amp; Age Insights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1431429"/>
            <a:ext cx="167126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Top 3 Products per Category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126531" y="1577578"/>
            <a:ext cx="159938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Listed the most purchased products within each category.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3613" y="704255"/>
            <a:ext cx="3118545" cy="17671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26531" y="3317974"/>
            <a:ext cx="17826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Repeat Buyers &amp; Subscriptions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126531" y="3464123"/>
            <a:ext cx="159938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Checked whether customers with more than 5 purchases are more likely to subscribe.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613" y="2590800"/>
            <a:ext cx="3118545" cy="17671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26531" y="5204520"/>
            <a:ext cx="14263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Revenue by Age Group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2126531" y="5350669"/>
            <a:ext cx="159938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Calculated total revenue contribution of each age group.</a:t>
            </a:r>
            <a:endParaRPr lang="en-US" sz="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613" y="4477345"/>
            <a:ext cx="3118545" cy="1767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interactive dashboard built to present all insights visually — enabling stakeholders to explore revenue, segmentation, and product performance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53590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Reward repeat buyers to reach "Loyal"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57236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19664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Highlight top-rated &amp; best-selling products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2026-06-20T12:00:15Z</dcterms:created>
  <dcterms:modified xsi:type="dcterms:W3CDTF">2026-06-20T12:00:15Z</dcterms:modified>
</cp:coreProperties>
</file>